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4" r:id="rId13"/>
    <p:sldId id="285" r:id="rId14"/>
    <p:sldId id="286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asA9/preventive-health-risk-analyz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512.14278?utm_source=chatgpt.com" TargetMode="External"/><Relationship Id="rId4" Type="http://schemas.openxmlformats.org/officeDocument/2006/relationships/hyperlink" Target="https://bmcmedinformdecismak.biomedcentral.com/articles/10.1186/s12911-025-02864-5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525524" y="429046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</a:t>
            </a:r>
            <a:r>
              <a:rPr lang="en-US" sz="35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team:APEX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1525524" y="924766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83657152"/>
              </p:ext>
            </p:extLst>
          </p:nvPr>
        </p:nvGraphicFramePr>
        <p:xfrm>
          <a:off x="1950110" y="1609501"/>
          <a:ext cx="7183616" cy="4639809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Yashas 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yash8narayan@gmail.com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9900820229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Shreyas B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shreyasb414@gmail.com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9901181721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228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Deepthi A Kumar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deepthik741@gmail.com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7760479859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A17AC7-C3B2-91C6-D277-597B92612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036" y="2568265"/>
            <a:ext cx="693786" cy="860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DF9957-0A8D-9446-92D8-89D798592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064" y="4959897"/>
            <a:ext cx="941731" cy="1224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7DE98E-0A62-E82A-6AB8-C7FF9919A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064" y="3559723"/>
            <a:ext cx="1175162" cy="1224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335797" y="1137350"/>
            <a:ext cx="991127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Heathcare</a:t>
            </a:r>
            <a:r>
              <a:rPr lang="en-US" sz="1600" b="1" dirty="0"/>
              <a:t> : AI-Based Preventive Health Risk Assessment System</a:t>
            </a:r>
          </a:p>
          <a:p>
            <a:r>
              <a:rPr lang="en-US" sz="1600" b="1" dirty="0"/>
              <a:t>The Challenge</a:t>
            </a:r>
          </a:p>
          <a:p>
            <a:r>
              <a:rPr lang="en-US" sz="1600" dirty="0"/>
              <a:t>Preventive healthcare can be overwhelming, as individuals often struggle with:</a:t>
            </a:r>
          </a:p>
          <a:p>
            <a:r>
              <a:rPr lang="en-US" sz="1600" b="1" dirty="0"/>
              <a:t>Information gaps</a:t>
            </a:r>
            <a:r>
              <a:rPr lang="en-US" sz="1600" dirty="0"/>
              <a:t> – Health data such as medical history, lifestyle habits, and basic vitals are scattered and not analyzed together.</a:t>
            </a:r>
          </a:p>
          <a:p>
            <a:r>
              <a:rPr lang="en-US" sz="1600" b="1" dirty="0"/>
              <a:t>Personalization gaps</a:t>
            </a:r>
            <a:r>
              <a:rPr lang="en-US" sz="1600" dirty="0"/>
              <a:t> – Generic health advice does not reflect individual age, BMI, habits, or risk profiles.</a:t>
            </a:r>
          </a:p>
          <a:p>
            <a:r>
              <a:rPr lang="en-US" sz="1600" b="1" dirty="0"/>
              <a:t>Unreliable sources</a:t>
            </a:r>
            <a:r>
              <a:rPr lang="en-US" sz="1600" dirty="0"/>
              <a:t> – Users encounter inconsistent or non-verified health information instead of evidence-based guidelines.</a:t>
            </a:r>
          </a:p>
          <a:p>
            <a:r>
              <a:rPr lang="en-US" sz="1600" b="1" dirty="0"/>
              <a:t>Dynamic health conditions</a:t>
            </a:r>
            <a:r>
              <a:rPr lang="en-US" sz="1600" dirty="0"/>
              <a:t> – Risk factors change continuously due to stress, diet, activity levels, and environment.</a:t>
            </a:r>
          </a:p>
          <a:p>
            <a:r>
              <a:rPr lang="en-US" sz="1600" b="1" dirty="0"/>
              <a:t>Lack of intelligent assistance</a:t>
            </a:r>
            <a:r>
              <a:rPr lang="en-US" sz="1600" dirty="0"/>
              <a:t> – Without an explainable, trustworthy AI system, users cannot clearly understand their risk factors or preventive actions.</a:t>
            </a:r>
          </a:p>
          <a:p>
            <a:endParaRPr lang="en-US" sz="1600" dirty="0"/>
          </a:p>
          <a:p>
            <a:r>
              <a:rPr lang="en-US" sz="1600" b="1" dirty="0"/>
              <a:t>Without a reliable, IBM-powered and </a:t>
            </a:r>
            <a:r>
              <a:rPr lang="en-US" sz="1600" b="1" dirty="0" err="1"/>
              <a:t>Langflow</a:t>
            </a:r>
            <a:r>
              <a:rPr lang="en-US" sz="1600" b="1" dirty="0"/>
              <a:t>-based AI assistant, individuals spend time managing health reactively and still make suboptimal choices, leading to delayed risk detection, higher healthcare costs, poor lifestyle decisions, and reduced long-term well-being.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250252" y="340017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245983" y="997844"/>
            <a:ext cx="102687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propose a </a:t>
            </a:r>
            <a:r>
              <a:rPr lang="en-US" sz="1600" b="1" dirty="0"/>
              <a:t>secure, explainable, and evidence-driven AI system</a:t>
            </a:r>
            <a:r>
              <a:rPr lang="en-US" sz="1600" dirty="0"/>
              <a:t> that enables proactive healthcare by predicting potential health risks and delivering personalized, preventive guidance before symptoms appear.</a:t>
            </a:r>
          </a:p>
          <a:p>
            <a:r>
              <a:rPr lang="en-US" sz="1600" b="1" dirty="0"/>
              <a:t>Solution Overview</a:t>
            </a:r>
          </a:p>
          <a:p>
            <a:r>
              <a:rPr lang="en-US" sz="1600" dirty="0"/>
              <a:t>The system is designed as a </a:t>
            </a:r>
            <a:r>
              <a:rPr lang="en-US" sz="1600" b="1" dirty="0"/>
              <a:t>modular AI pipeline using </a:t>
            </a:r>
            <a:r>
              <a:rPr lang="en-US" sz="1600" b="1" dirty="0" err="1"/>
              <a:t>Langflow</a:t>
            </a:r>
            <a:r>
              <a:rPr lang="en-US" sz="1600" dirty="0"/>
              <a:t>, integrated with </a:t>
            </a:r>
            <a:r>
              <a:rPr lang="en-US" sz="1600" b="1" dirty="0"/>
              <a:t>IBM </a:t>
            </a:r>
            <a:r>
              <a:rPr lang="en-US" sz="1600" b="1" dirty="0" err="1"/>
              <a:t>watsonx</a:t>
            </a:r>
            <a:r>
              <a:rPr lang="en-US" sz="1600" b="1" dirty="0"/>
              <a:t> services</a:t>
            </a:r>
            <a:r>
              <a:rPr lang="en-US" sz="1600" dirty="0"/>
              <a:t>, and operates in four intelligent layers:</a:t>
            </a:r>
          </a:p>
          <a:p>
            <a:r>
              <a:rPr lang="en-US" sz="1600" b="1" dirty="0"/>
              <a:t>1. Data Intake &amp; Normalization</a:t>
            </a:r>
          </a:p>
          <a:p>
            <a:r>
              <a:rPr lang="en-US" sz="1600" dirty="0"/>
              <a:t>Users provide basic health inputs such as age, BMI, lifestyle habits, and vitals.</a:t>
            </a:r>
            <a:br>
              <a:rPr lang="en-US" sz="1600" dirty="0"/>
            </a:br>
            <a:r>
              <a:rPr lang="en-US" sz="1600" dirty="0"/>
              <a:t>IBM services ensure </a:t>
            </a:r>
            <a:r>
              <a:rPr lang="en-US" sz="1600" b="1" dirty="0"/>
              <a:t>secure data handling, preprocessing, and standardization</a:t>
            </a:r>
            <a:r>
              <a:rPr lang="en-US" sz="1600" dirty="0"/>
              <a:t> for reliable AI analysis.</a:t>
            </a:r>
          </a:p>
          <a:p>
            <a:r>
              <a:rPr lang="en-US" sz="1600" b="1" dirty="0"/>
              <a:t>2. Explainable Risk Analysis (Model 1)</a:t>
            </a:r>
          </a:p>
          <a:p>
            <a:r>
              <a:rPr lang="en-US" sz="1600" dirty="0"/>
              <a:t>An AI Risk Analyzer identifies key health risk factors and generates </a:t>
            </a:r>
            <a:r>
              <a:rPr lang="en-US" sz="1600" b="1" dirty="0"/>
              <a:t>transparent, interpretable insights</a:t>
            </a:r>
            <a:r>
              <a:rPr lang="en-US" sz="1600" dirty="0"/>
              <a:t> instead of black-box predictions.</a:t>
            </a:r>
          </a:p>
          <a:p>
            <a:r>
              <a:rPr lang="en-US" sz="1600" b="1" dirty="0"/>
              <a:t>3. Risk Classification &amp; Preventive Intelligence (Model 2)</a:t>
            </a:r>
          </a:p>
          <a:p>
            <a:r>
              <a:rPr lang="en-US" sz="1600" dirty="0"/>
              <a:t>A Risk Classifier categorizes users into </a:t>
            </a:r>
            <a:r>
              <a:rPr lang="en-US" sz="1600" b="1" dirty="0"/>
              <a:t>Low, Medium, or High risk levels</a:t>
            </a:r>
            <a:r>
              <a:rPr lang="en-US" sz="1600" dirty="0"/>
              <a:t> and attaches </a:t>
            </a:r>
            <a:r>
              <a:rPr lang="en-US" sz="1600" b="1" dirty="0"/>
              <a:t>personalized preventive guidelines</a:t>
            </a:r>
            <a:r>
              <a:rPr lang="en-US" sz="1600" dirty="0"/>
              <a:t> such as lifestyle changes, screening reminders, and wellness actions.</a:t>
            </a:r>
          </a:p>
          <a:p>
            <a:r>
              <a:rPr lang="en-US" sz="1600" b="1" dirty="0"/>
              <a:t>4. RAG-Based Evidence Assistant (</a:t>
            </a:r>
            <a:r>
              <a:rPr lang="en-US" sz="1600" b="1" dirty="0" err="1"/>
              <a:t>Langflow</a:t>
            </a:r>
            <a:r>
              <a:rPr lang="en-US" sz="1600" b="1" dirty="0"/>
              <a:t>)</a:t>
            </a:r>
          </a:p>
          <a:p>
            <a:r>
              <a:rPr lang="en-US" sz="1600" dirty="0"/>
              <a:t>A </a:t>
            </a:r>
            <a:r>
              <a:rPr lang="en-US" sz="1600" b="1" dirty="0"/>
              <a:t>Retrieval-Augmented Generation (RAG)</a:t>
            </a:r>
            <a:r>
              <a:rPr lang="en-US" sz="1600" dirty="0"/>
              <a:t> module retrieves and grounds responses in verified health documents like </a:t>
            </a:r>
            <a:r>
              <a:rPr lang="en-US" sz="1600" b="1" dirty="0"/>
              <a:t>WHO guidelines and government health portals</a:t>
            </a:r>
            <a:r>
              <a:rPr lang="en-US" sz="1600" dirty="0"/>
              <a:t> to answer user questions with </a:t>
            </a:r>
            <a:r>
              <a:rPr lang="en-US" sz="1600" b="1" dirty="0"/>
              <a:t>verified, up-to-date, and trustworthy responses and reduces hallucination</a:t>
            </a:r>
            <a:r>
              <a:rPr lang="en-US" sz="1600" dirty="0"/>
              <a:t>.</a:t>
            </a:r>
          </a:p>
          <a:p>
            <a:r>
              <a:rPr lang="en-US" sz="1600" b="1" dirty="0"/>
              <a:t>5. Designed for secure, scalable deployment on IBM Cloud using modular AI workflows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245983" y="235265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324894" y="1302004"/>
            <a:ext cx="102687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AI-Based Preventive Health Risk Assessment System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healthcare systems operate in a </a:t>
            </a:r>
            <a:r>
              <a:rPr lang="en-US" sz="1600" b="1" dirty="0"/>
              <a:t>reactive mode</a:t>
            </a:r>
            <a:r>
              <a:rPr lang="en-US" sz="1600" dirty="0"/>
              <a:t>, identifying diseases only after symptoms appear, increasing treatment cost and health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Health data such as medical history, lifestyle patterns, and basic vitals remain </a:t>
            </a:r>
            <a:r>
              <a:rPr lang="en-US" sz="1600" b="1" dirty="0"/>
              <a:t>fragmented and underutilized</a:t>
            </a:r>
            <a:r>
              <a:rPr lang="en-US" sz="1600" dirty="0"/>
              <a:t> instead of being analyzed intelligently.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Users lack access to </a:t>
            </a:r>
            <a:r>
              <a:rPr lang="en-US" sz="1600" b="1" dirty="0"/>
              <a:t>personalized, explainable, and trustworthy AI-driven health insights</a:t>
            </a:r>
            <a:r>
              <a:rPr lang="en-US" sz="1600" dirty="0"/>
              <a:t> for early risk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a growing demand for </a:t>
            </a:r>
            <a:r>
              <a:rPr lang="en-US" sz="1600" b="1" dirty="0"/>
              <a:t>responsible AI systems</a:t>
            </a:r>
            <a:r>
              <a:rPr lang="en-US" sz="1600" dirty="0"/>
              <a:t> that provide </a:t>
            </a:r>
            <a:r>
              <a:rPr lang="en-US" sz="1600" b="1" dirty="0"/>
              <a:t>evidence-based, non-diagnostic, and ethically governed health guidance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</a:t>
            </a:r>
            <a:r>
              <a:rPr lang="en-US" sz="1600" b="1" dirty="0"/>
              <a:t>IBM </a:t>
            </a:r>
            <a:r>
              <a:rPr lang="en-US" sz="1600" b="1" dirty="0" err="1"/>
              <a:t>watsonx</a:t>
            </a:r>
            <a:r>
              <a:rPr lang="en-US" sz="1600" b="1" dirty="0"/>
              <a:t> and </a:t>
            </a:r>
            <a:r>
              <a:rPr lang="en-US" sz="1600" b="1" dirty="0" err="1"/>
              <a:t>Langflow</a:t>
            </a:r>
            <a:r>
              <a:rPr lang="en-US" sz="1600" b="1" dirty="0"/>
              <a:t>-based solution</a:t>
            </a:r>
            <a:r>
              <a:rPr lang="en-US" sz="1600" dirty="0"/>
              <a:t> is needed to deliver </a:t>
            </a:r>
            <a:r>
              <a:rPr lang="en-US" sz="1600" b="1" dirty="0"/>
              <a:t>secure, scalable, and proactive preventive healthcare</a:t>
            </a:r>
            <a:r>
              <a:rPr lang="en-US" sz="1600" dirty="0"/>
              <a:t> for large and diverse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The project is needed to shift healthcare from reactive treatment to </a:t>
            </a:r>
            <a:r>
              <a:rPr lang="en-US" sz="1600" b="1" dirty="0"/>
              <a:t>secure, explainable, and AI-driven preventive risk assessment</a:t>
            </a:r>
            <a:r>
              <a:rPr lang="en-US" sz="1600" dirty="0"/>
              <a:t> using </a:t>
            </a:r>
            <a:r>
              <a:rPr lang="en-US" sz="1600" b="1" dirty="0"/>
              <a:t>IBM </a:t>
            </a:r>
            <a:r>
              <a:rPr lang="en-US" sz="1600" b="1" dirty="0" err="1"/>
              <a:t>watsonx</a:t>
            </a:r>
            <a:r>
              <a:rPr lang="en-US" sz="1600" b="1" dirty="0"/>
              <a:t> and </a:t>
            </a:r>
            <a:r>
              <a:rPr lang="en-US" sz="1600" b="1" dirty="0" err="1"/>
              <a:t>Langflow</a:t>
            </a:r>
            <a:r>
              <a:rPr lang="en-US" sz="1600" dirty="0"/>
              <a:t>.</a:t>
            </a:r>
          </a:p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324894" y="637956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212508" y="1265792"/>
            <a:ext cx="1026871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Primary End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General Public / Individuals</a:t>
            </a:r>
            <a:br>
              <a:rPr lang="en-US" sz="1600" dirty="0"/>
            </a:br>
            <a:r>
              <a:rPr lang="en-US" sz="1600" dirty="0"/>
              <a:t>People who want early awareness of potential health risks and personalized preventive guidance for better lifestyle and wellness management.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At-Risk Population Groups</a:t>
            </a:r>
            <a:br>
              <a:rPr lang="en-US" sz="1600" dirty="0"/>
            </a:br>
            <a:r>
              <a:rPr lang="en-US" sz="1600" dirty="0"/>
              <a:t>Users with lifestyle-related risks (stress, obesity, inactivity, family history) who benefit from early risk screening and preventive recommendations.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Secondary End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Healthcare Providers &amp; Clinics</a:t>
            </a:r>
            <a:br>
              <a:rPr lang="en-US" sz="1600" dirty="0"/>
            </a:br>
            <a:r>
              <a:rPr lang="en-US" sz="1600" dirty="0"/>
              <a:t>To identify high-risk individuals early and prioritize preventive care, screenings, and follow-ups.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Public Health Organizations / NGOs</a:t>
            </a:r>
            <a:br>
              <a:rPr lang="en-US" sz="1600" dirty="0"/>
            </a:br>
            <a:r>
              <a:rPr lang="en-US" sz="1600" dirty="0"/>
              <a:t>For large-scale health risk awareness, preventive campaigns, and population-level health monitoring.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Corporate Wellness Programs</a:t>
            </a:r>
            <a:br>
              <a:rPr lang="en-US" sz="1600" dirty="0"/>
            </a:br>
            <a:r>
              <a:rPr lang="en-US" sz="1600" dirty="0"/>
              <a:t>Companies to promote employee health, reduce absenteeism, and improve long-term productivity.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Technology &amp; Platform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Developers &amp; Researchers</a:t>
            </a:r>
            <a:br>
              <a:rPr lang="en-US" sz="1600" dirty="0"/>
            </a:br>
            <a:r>
              <a:rPr lang="en-US" sz="1600" dirty="0"/>
              <a:t>To extend, customize, and improve AI pipelines using </a:t>
            </a:r>
            <a:r>
              <a:rPr lang="en-US" sz="1600" b="1" dirty="0"/>
              <a:t>IBM </a:t>
            </a:r>
            <a:r>
              <a:rPr lang="en-US" sz="1600" b="1" dirty="0" err="1"/>
              <a:t>watsonx</a:t>
            </a:r>
            <a:r>
              <a:rPr lang="en-US" sz="1600" b="1" dirty="0"/>
              <a:t> and </a:t>
            </a:r>
            <a:r>
              <a:rPr lang="en-US" sz="1600" b="1" dirty="0" err="1"/>
              <a:t>Langflow</a:t>
            </a:r>
            <a:r>
              <a:rPr lang="en-US" sz="1600" b="1" dirty="0"/>
              <a:t> workflows</a:t>
            </a:r>
            <a:r>
              <a:rPr lang="en-US" sz="16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335797" y="466098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335797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335797" y="1122528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Langflow</a:t>
            </a:r>
            <a:r>
              <a:rPr lang="en-US" sz="1600" b="1" dirty="0"/>
              <a:t> (DataStax)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Agent</a:t>
            </a:r>
            <a:r>
              <a:rPr lang="en-US" sz="1600" dirty="0"/>
              <a:t> – Orchestrates the AI workflow for risk analysis, classification, and response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Chat Input</a:t>
            </a:r>
            <a:r>
              <a:rPr lang="en-US" sz="1600" dirty="0"/>
              <a:t> – Collects structured and unstructured user health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Chat Output</a:t>
            </a:r>
            <a:r>
              <a:rPr lang="en-US" sz="1600" dirty="0"/>
              <a:t> – Delivers explainable risk insights and preventive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IBM AI Models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IBM Granite Model</a:t>
            </a:r>
            <a:r>
              <a:rPr lang="en-US" sz="1600" dirty="0"/>
              <a:t> (e.g., ibm-granite-3-2-8b)</a:t>
            </a:r>
            <a:br>
              <a:rPr lang="en-US" sz="1600" dirty="0"/>
            </a:br>
            <a:r>
              <a:rPr lang="en-US" sz="1600" dirty="0"/>
              <a:t>Used for natural language understanding, explainable reasoning, and personalized preventive guidance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IBM watsonx.ai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Hosts and manages AI models securely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Supports inference, prompt engineering, and responsible AI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Retrieval-Augmented Generation (RAG)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Retrieves and grounds responses in verified health documents (WHO &amp; government health portals) to reduce hallucination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IBM Cloud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Secure deployment and data handling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Scalable infrastructure for real-time health risk assessment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37888" y="40250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FEF4AF-2000-FD6C-F409-96D23401F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97" y="1106522"/>
            <a:ext cx="965068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-driven AI pipelines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modular, low-code deployment and rapid scalability across clinics, communities, and wellness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platform combining GenAI, explainable risk scoring, and evidence-based RAG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deliver proactive, personalized preventive healthcare.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Granite–guarded outputs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bias-aware, responsible, and regulation-aligned health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Trust-first architecture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retrieves information only from verified sources (WHO and government health portals) to prevent misinformation.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Non-diagnostic, safety-governed AI layer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ethical use while empowering early health risk awareness at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1FC713-5124-1564-3793-646667CFD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169" y="825976"/>
            <a:ext cx="8301993" cy="5057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335796" y="855632"/>
            <a:ext cx="8823960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Agent</a:t>
            </a:r>
            <a:r>
              <a:rPr lang="en-US" sz="1600" dirty="0"/>
              <a:t> – Orchestrates the AI workflow for risk analysis, classification, and response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Chat Input</a:t>
            </a:r>
            <a:r>
              <a:rPr lang="en-US" sz="1600" dirty="0"/>
              <a:t> – Collects structured and unstructured user health inputs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Chat Output</a:t>
            </a:r>
            <a:r>
              <a:rPr lang="en-US" sz="1600" dirty="0"/>
              <a:t> – Delivers explainable risk insights and preventive recommendations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IBM AI Models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IBM Granite Model</a:t>
            </a:r>
            <a:r>
              <a:rPr lang="en-US" sz="1600" dirty="0"/>
              <a:t> (e.g., ibm-granite-3-2-8b)</a:t>
            </a:r>
            <a:br>
              <a:rPr lang="en-US" sz="1600" dirty="0"/>
            </a:br>
            <a:r>
              <a:rPr lang="en-US" sz="1600" dirty="0"/>
              <a:t>Used for natural language understanding, explainable reasoning, and personalized preventive guidance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IBM watsonx.ai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Hosts and manages AI models securely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Supports inference, prompt engineering, and responsible AI features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Retrieval-Augmented Generation (RAG)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Retrieves trusted medical knowledge from verified health documents like </a:t>
            </a:r>
            <a:r>
              <a:rPr lang="en-US" sz="1600" b="1" dirty="0"/>
              <a:t>WHO and government </a:t>
            </a:r>
            <a:r>
              <a:rPr lang="en-US" sz="1600" b="1"/>
              <a:t>health portals</a:t>
            </a: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Ensures evidence-based, up-to-date, and reliable AI responses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IBM Cloud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Secure deployment and data handling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Scalable infrastructure for real-time health risk assessment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85B029-21B5-6E44-E090-6E8868FE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12" y="762615"/>
            <a:ext cx="11376576" cy="533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A99F49-E3A3-22F7-572A-977128EA6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73305"/>
            <a:ext cx="11552257" cy="551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69A63D-4DD9-8F38-10DA-D70851E108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51" t="18992" r="26823" b="1563"/>
          <a:stretch>
            <a:fillRect/>
          </a:stretch>
        </p:blipFill>
        <p:spPr>
          <a:xfrm>
            <a:off x="472610" y="809090"/>
            <a:ext cx="10664577" cy="523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Outut</a:t>
            </a:r>
            <a:r>
              <a:rPr lang="en-US" sz="2400" b="1" dirty="0"/>
              <a:t>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10A23-F4E0-FA00-0168-72518095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71" t="16637" r="26854" b="2083"/>
          <a:stretch>
            <a:fillRect/>
          </a:stretch>
        </p:blipFill>
        <p:spPr>
          <a:xfrm>
            <a:off x="1736332" y="863913"/>
            <a:ext cx="7582329" cy="52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335797" y="27794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DA9927-4687-9264-94B9-7B1105CA0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97" y="1516510"/>
            <a:ext cx="1090413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Disease Modeling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AI models to forecast specific chronic conditions such as diabetes, cardiac risk, and hypertension using longitudinal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&amp; IoT Integration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smartwatches, fitness bands, and IoT health sensors for continuous, real-time risk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Health Dashboards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healthcare providers and governments to view anonymized, region-wise health risk trends for preventive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&amp; Voice-Based Access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regional languages and voice assistants to improve accessibility in rural and underserved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System Integration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with hospital EMR/EHR systems for seamless preventive screening and follow-up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Responsible AI Governance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audit trails, bias monitoring, and compliance dashboards aligned with global healthcare regulations.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&amp; Insurance Adoption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platform for corporate wellness programs and health insurance risk prevention models.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https://github.com/yashasA9/preventive-health-risk-analyzer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448162" y="75977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DC29C1F0-D812-2BDD-DBEF-90228179A5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796" y="1439915"/>
            <a:ext cx="1122263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Risk Assessment Tools — BMC Medical Informatics and Decision Making 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https://bmcmedinformdecismak.biomedcentral.com/articles/10.1186/s12911-025-02864-5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AI in Public Health — WHO News Release 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https://www.who.int/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europe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/news/.../responsible-ai-use-can-advance-risk-communication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AI Regulation Considerations 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https://www.who.int/news/.../who-outlines-considerations-for-regulation-of-artificial-intelligence-for-health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in AI Health Advice (TAIGHA Study) 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https://arxiv.org/abs/2512.14278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1368</Words>
  <Application>Microsoft Office PowerPoint</Application>
  <PresentationFormat>Widescreen</PresentationFormat>
  <Paragraphs>153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Yashas A</cp:lastModifiedBy>
  <cp:revision>126</cp:revision>
  <dcterms:created xsi:type="dcterms:W3CDTF">2025-07-08T05:06:56Z</dcterms:created>
  <dcterms:modified xsi:type="dcterms:W3CDTF">2026-02-02T07:02:54Z</dcterms:modified>
</cp:coreProperties>
</file>